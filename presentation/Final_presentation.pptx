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Security Evaluation of LLM-Generated Rust Cryptography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Evaluate whether CodeLlama and GPT5 can produce buildable, analyzable AES/ChaCha Rust crypto code.</a:t>
            </a:r>
          </a:p>
          <a:p>
            <a:pPr/>
            <a:r>
              <a:t>Course: Secure Software Development – LLM Cryptography Evaluation.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LLMs: CodeLlama, GPT5.</a:t>
            </a:r>
          </a:p>
          <a:p>
            <a:pPr/>
            <a:r>
              <a:t>Algorithms: AES-256-GCM, ChaCha20-Poly1305.</a:t>
            </a:r>
          </a:p>
          <a:p>
            <a:pPr/>
            <a:r>
              <a:t>Prompt styles: zero-shot, few-shot, chain-of-thought, reasoning variant.</a:t>
            </a:r>
          </a:p>
          <a:p>
            <a:pPr/>
            <a:r>
              <a:t>Samples: CodeLlama, CodeLlama_reasoning, GPT5, GPT5_reasoning.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Rust crypto samples from prompts.</a:t>
            </a:r>
          </a:p>
          <a:p>
            <a:pPr/>
            <a:r>
              <a:t>Detect existing Cargo projects and attempt as-generated build.</a:t>
            </a:r>
          </a:p>
          <a:p>
            <a:pPr/>
            <a:r>
              <a:t>Repair step: create minimal Cargo project and copy inferred main.rs.</a:t>
            </a:r>
          </a:p>
          <a:p>
            <a:pPr/>
            <a:r>
              <a:t>Run cargo build on repaired project.</a:t>
            </a:r>
          </a:p>
          <a:p>
            <a:pPr/>
            <a:r>
              <a:t>Gate CodeQL static analysis on successful build.</a:t>
            </a:r>
          </a:p>
          <a:p>
            <a:pPr/>
            <a:r>
              <a:t>Run manual heuristic security review (nonce, key, randomness patterns).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generated sample compiled successfully.</a:t>
            </a:r>
          </a:p>
          <a:p>
            <a:pPr/>
            <a:r>
              <a:t>All samples: original_build_attempted = no, as_generated_compiles = no, initial_compile_category = missing_project_structure.</a:t>
            </a:r>
          </a:p>
          <a:p>
            <a:pPr/>
            <a:r>
              <a:t>Repaired projects also failed: CodeLlama – type_mismatch; GPT5 – invalid source format (RTF in src/main.rs).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CodeQL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CodeQL command-line toolchain validated and available.</a:t>
            </a:r>
          </a:p>
          <a:p>
            <a:pPr/>
            <a:r>
              <a:t>Pipeline required a successful cargo build before CodeQL.</a:t>
            </a:r>
          </a:p>
          <a:p>
            <a:pPr/>
            <a:r>
              <a:t>Result: CodeQL analysis could not be completed because no sample reached a buildable state.</a:t>
            </a:r>
          </a:p>
          <a:p>
            <a:pPr/>
            <a:r>
              <a:t>Therefore, codeql_attempted = no and codeql_succeeded = no for all samples.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Heuristic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CodeLlama: 12 raw hardcoded_nonce hits; 6 distinct candidate signals after deduplication.</a:t>
            </a:r>
          </a:p>
          <a:p>
            <a:pPr/>
            <a:r>
              <a:t>GPT5: No heuristic manual findings; src/main.rs contained RTF markup, limiting review.</a:t>
            </a:r>
          </a:p>
          <a:p>
            <a:pPr/>
            <a:r>
              <a:t>All findings labeled as heuristic triage only, not definitive vulnerability confirmation.</a:t>
            </a:r>
          </a:p>
          <a:p>
            <a:pPr/>
            <a:r>
              <a:t>Primary category observed: nonce-related misuse (heuristic).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Results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Final_evaluation_table.csv: clean build and analysis status for all four samples.</a:t>
            </a:r>
          </a:p>
          <a:p>
            <a:pPr/>
            <a:r>
              <a:t>Final_manual_findings.csv: deduplicated manual findings with confidence level annotations.</a:t>
            </a:r>
          </a:p>
          <a:p>
            <a:pPr/>
            <a:r>
              <a:t>Aggregate totals: compiled samples = 0; repaired successfully = 0; CodeQL analyzed = 0.</a:t>
            </a:r>
          </a:p>
          <a:p>
            <a:pPr/>
            <a:r>
              <a:t>Manual candidate findings after deduplication: 6 (CodeLlama) and 0 (GPT5).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samples were not directly build-attemptable as Cargo projects (no Cargo.toml).</a:t>
            </a:r>
          </a:p>
          <a:p>
            <a:pPr/>
            <a:r>
              <a:t>Repair attempts did not yield compilable projects.</a:t>
            </a:r>
          </a:p>
          <a:p>
            <a:pPr/>
            <a:r>
              <a:t>CodeQL could not be executed because static analysis was gated by unsuccessful builds.</a:t>
            </a:r>
          </a:p>
          <a:p>
            <a:pPr/>
            <a:r>
              <a:t>Manual findings were heuristic and not full vulnerability confirmation.</a:t>
            </a:r>
          </a:p>
          <a:p>
            <a:pPr/>
            <a:r>
              <a:t>Results describe pipeline readiness and sample buildability rather than confirmed CWEs.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Security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crypto output in this experiment was not sufficiently reliable to reach downstream secure-analysis stages.</a:t>
            </a:r>
          </a:p>
          <a:p>
            <a:pPr/>
            <a:r>
              <a:t>LLM-generated cryptographic code must be treated as untrusted and validated before adoption.</a:t>
            </a:r>
          </a:p>
          <a:p>
            <a:pPr/>
            <a:r>
              <a:t>Buildability and clean project structure are prerequisites for static analysis and expert review.</a:t>
            </a:r>
          </a:p>
          <a:p>
            <a:pPr/>
            <a:r>
              <a:t>Pipelines should enforce strict source-format checks (e.g., reject RTF in .rs files).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evaluation to compilable samples and additional LLMs.</a:t>
            </a:r>
          </a:p>
          <a:p>
            <a:pPr/>
            <a:r>
              <a:t>Integrate dynamic testing and, where feasible, formal verification.</a:t>
            </a:r>
          </a:p>
          <a:p>
            <a:pPr/>
            <a:r>
              <a:t>Explore refined prompts and repair strategies to improve build success rates.</a:t>
            </a:r>
          </a:p>
          <a:p>
            <a:pPr/>
            <a:r>
              <a:t>Study how different LLM architectures influence crypto correctness and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